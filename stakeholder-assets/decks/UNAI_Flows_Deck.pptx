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0047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NAI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g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2D3AA"/>
                </a:solidFill>
              </a:rPr>
              <a:t>UNAI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DFB"/>
                </a:solidFill>
              </a:rPr>
              <a:t>How it works — per use case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97B8"/>
                </a:solidFill>
              </a:rPr>
              <a:t>One shared brain. Many thin executors. Read once, reason once — then reuse the cognition.</a:t>
            </a:r>
            <a:endParaRPr lang="en-US" sz="1500" dirty="0"/>
          </a:p>
        </p:txBody>
      </p:sp>
      <p:pic>
        <p:nvPicPr>
          <p:cNvPr id="5" name="Image 0" descr="UNAI_Flow_Title_16x9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514600"/>
            <a:ext cx="6858000" cy="3858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B8"/>
                </a:solidFill>
              </a:rPr>
              <a:t>Bristlecone · UNAI Cognitive Runtime · modeled figures — not for external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D3AA"/>
                </a:solidFill>
              </a:rPr>
              <a:t>How to read these flows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1206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2D3AA"/>
                </a:solidFill>
              </a:rPr>
              <a:t>1.  Systems of record — </a:t>
            </a:r>
            <a:r>
              <a:rPr lang="en-US" sz="1500" dirty="0">
                <a:solidFill>
                  <a:srgbClr val="E8EDFB"/>
                </a:solidFill>
              </a:rPr>
              <a:t>SAP / Snowflake / Databricks / BigQuery — read through one canonical ontology.
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2D3AA"/>
                </a:solidFill>
              </a:rPr>
              <a:t>2.  Perception — read ONCE — </a:t>
            </a:r>
            <a:r>
              <a:rPr lang="en-US" sz="1500" dirty="0">
                <a:solidFill>
                  <a:srgbClr val="E8EDFB"/>
                </a:solidFill>
              </a:rPr>
              <a:t>The data is pulled a single time, not once per specialist.
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2D3AA"/>
                </a:solidFill>
              </a:rPr>
              <a:t>3.  Shared cognition — reason ONCE — </a:t>
            </a:r>
            <a:r>
              <a:rPr lang="en-US" sz="1500" dirty="0">
                <a:solidFill>
                  <a:srgbClr val="E8EDFB"/>
                </a:solidFill>
              </a:rPr>
              <a:t>Memory + planning happen one time. This is the expensive step, paid 1×.
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2D3AA"/>
                </a:solidFill>
              </a:rPr>
              <a:t>4.  Thin executors — </a:t>
            </a:r>
            <a:r>
              <a:rPr lang="en-US" sz="1500" dirty="0">
                <a:solidFill>
                  <a:srgbClr val="E8EDFB"/>
                </a:solidFill>
              </a:rPr>
              <a:t>Each tool pack applies a domain lens — no re-reading, no re-planning.
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2D3AA"/>
                </a:solidFill>
              </a:rPr>
              <a:t>5.  Evidence · Action · Explainability — </a:t>
            </a:r>
            <a:r>
              <a:rPr lang="en-US" sz="1500" dirty="0">
                <a:solidFill>
                  <a:srgbClr val="E8EDFB"/>
                </a:solidFill>
              </a:rPr>
              <a:t>One governed, auditable decision.
</a:t>
            </a:r>
            <a:endParaRPr lang="en-US" sz="1500" dirty="0"/>
          </a:p>
        </p:txBody>
      </p:sp>
      <p:pic>
        <p:nvPicPr>
          <p:cNvPr id="4" name="Image 0" descr="UNAI_Flow_Animatio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828800"/>
            <a:ext cx="5760720" cy="2532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B8"/>
                </a:solidFill>
              </a:rPr>
              <a:t>Bristlecone · UNAI Cognitive Runtime · modeled figures — not for external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D3AA"/>
                </a:solidFill>
              </a:rPr>
              <a:t>Supplier Disruption Response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B8"/>
                </a:solidFill>
              </a:rPr>
              <a:t>reads once · reasons once · 4 thin executors reuse the shared cognition</a:t>
            </a:r>
            <a:endParaRPr lang="en-US" sz="1300" dirty="0"/>
          </a:p>
        </p:txBody>
      </p:sp>
      <p:pic>
        <p:nvPicPr>
          <p:cNvPr id="4" name="Image 0" descr="UNAI_Flow_disruption_respons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11155680" cy="4718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08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DFB"/>
                </a:solidFill>
              </a:rPr>
              <a:t>4 specialist agents → 1 UNAI</a:t>
            </a:r>
            <a:r>
              <a:rPr lang="en-US" sz="1500" b="1" dirty="0">
                <a:solidFill>
                  <a:srgbClr val="22D3AA"/>
                </a:solidFill>
              </a:rPr>
              <a:t>      −62% tokens (modeled)</a:t>
            </a:r>
            <a:r>
              <a:rPr lang="en-US" sz="1500" dirty="0">
                <a:solidFill>
                  <a:srgbClr val="8A97B8"/>
                </a:solidFill>
              </a:rPr>
              <a:t>      one read · one plan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B8"/>
                </a:solidFill>
              </a:rPr>
              <a:t>Bristlecone · UNAI Cognitive Runtime · modeled figures — not for external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D3AA"/>
                </a:solidFill>
              </a:rPr>
              <a:t>Demand Planning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B8"/>
                </a:solidFill>
              </a:rPr>
              <a:t>reads once · reasons once · 5 thin executors reuse the shared cognition</a:t>
            </a:r>
            <a:endParaRPr lang="en-US" sz="1300" dirty="0"/>
          </a:p>
        </p:txBody>
      </p:sp>
      <p:pic>
        <p:nvPicPr>
          <p:cNvPr id="4" name="Image 0" descr="UNAI_Flow_demand_planning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11155680" cy="4718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08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DFB"/>
                </a:solidFill>
              </a:rPr>
              <a:t>5 specialist agents → 1 UNAI</a:t>
            </a:r>
            <a:r>
              <a:rPr lang="en-US" sz="1500" b="1" dirty="0">
                <a:solidFill>
                  <a:srgbClr val="22D3AA"/>
                </a:solidFill>
              </a:rPr>
              <a:t>      −71% tokens (modeled)</a:t>
            </a:r>
            <a:r>
              <a:rPr lang="en-US" sz="1500" dirty="0">
                <a:solidFill>
                  <a:srgbClr val="8A97B8"/>
                </a:solidFill>
              </a:rPr>
              <a:t>      one read · one plan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B8"/>
                </a:solidFill>
              </a:rPr>
              <a:t>Bristlecone · UNAI Cognitive Runtime · modeled figures — not for external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D3AA"/>
                </a:solidFill>
              </a:rPr>
              <a:t>Inventory Optimization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B8"/>
                </a:solidFill>
              </a:rPr>
              <a:t>reads once · reasons once · 5 thin executors reuse the shared cognition</a:t>
            </a:r>
            <a:endParaRPr lang="en-US" sz="1300" dirty="0"/>
          </a:p>
        </p:txBody>
      </p:sp>
      <p:pic>
        <p:nvPicPr>
          <p:cNvPr id="4" name="Image 0" descr="UNAI_Flow_inventory_optimizatio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11155680" cy="4718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08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DFB"/>
                </a:solidFill>
              </a:rPr>
              <a:t>5 specialist agents → 1 UNAI</a:t>
            </a:r>
            <a:r>
              <a:rPr lang="en-US" sz="1500" b="1" dirty="0">
                <a:solidFill>
                  <a:srgbClr val="22D3AA"/>
                </a:solidFill>
              </a:rPr>
              <a:t>      −70% tokens (modeled)</a:t>
            </a:r>
            <a:r>
              <a:rPr lang="en-US" sz="1500" dirty="0">
                <a:solidFill>
                  <a:srgbClr val="8A97B8"/>
                </a:solidFill>
              </a:rPr>
              <a:t>      one read · one plan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B8"/>
                </a:solidFill>
              </a:rPr>
              <a:t>Bristlecone · UNAI Cognitive Runtime · modeled figures — not for external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D3AA"/>
                </a:solidFill>
              </a:rPr>
              <a:t>Supply / S&amp;OP Planning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B8"/>
                </a:solidFill>
              </a:rPr>
              <a:t>reads once · reasons once · 5 thin executors reuse the shared cognition</a:t>
            </a:r>
            <a:endParaRPr lang="en-US" sz="1300" dirty="0"/>
          </a:p>
        </p:txBody>
      </p:sp>
      <p:pic>
        <p:nvPicPr>
          <p:cNvPr id="4" name="Image 0" descr="UNAI_Flow_supply_planning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11155680" cy="4718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08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DFB"/>
                </a:solidFill>
              </a:rPr>
              <a:t>5 specialist agents → 1 UNAI</a:t>
            </a:r>
            <a:r>
              <a:rPr lang="en-US" sz="1500" b="1" dirty="0">
                <a:solidFill>
                  <a:srgbClr val="22D3AA"/>
                </a:solidFill>
              </a:rPr>
              <a:t>      −74% tokens (modeled)</a:t>
            </a:r>
            <a:r>
              <a:rPr lang="en-US" sz="1500" dirty="0">
                <a:solidFill>
                  <a:srgbClr val="8A97B8"/>
                </a:solidFill>
              </a:rPr>
              <a:t>      one read · one plan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B8"/>
                </a:solidFill>
              </a:rPr>
              <a:t>Bristlecone · UNAI Cognitive Runtime · modeled figures — not for external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D3AA"/>
                </a:solidFill>
              </a:rPr>
              <a:t>Procurement &amp; Sourcing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B8"/>
                </a:solidFill>
              </a:rPr>
              <a:t>reads once · reasons once · 5 thin executors reuse the shared cognition</a:t>
            </a:r>
            <a:endParaRPr lang="en-US" sz="1300" dirty="0"/>
          </a:p>
        </p:txBody>
      </p:sp>
      <p:pic>
        <p:nvPicPr>
          <p:cNvPr id="4" name="Image 0" descr="UNAI_Flow_procurement_sourcing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11155680" cy="4718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08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DFB"/>
                </a:solidFill>
              </a:rPr>
              <a:t>5 specialist agents → 1 UNAI</a:t>
            </a:r>
            <a:r>
              <a:rPr lang="en-US" sz="1500" b="1" dirty="0">
                <a:solidFill>
                  <a:srgbClr val="22D3AA"/>
                </a:solidFill>
              </a:rPr>
              <a:t>      −74% tokens (modeled)</a:t>
            </a:r>
            <a:r>
              <a:rPr lang="en-US" sz="1500" dirty="0">
                <a:solidFill>
                  <a:srgbClr val="8A97B8"/>
                </a:solidFill>
              </a:rPr>
              <a:t>      one read · one plan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B8"/>
                </a:solidFill>
              </a:rPr>
              <a:t>Bristlecone · UNAI Cognitive Runtime · modeled figures — not for external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D3AA"/>
                </a:solidFill>
              </a:rPr>
              <a:t>Logistics &amp; Transportation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B8"/>
                </a:solidFill>
              </a:rPr>
              <a:t>reads once · reasons once · 5 thin executors reuse the shared cognition</a:t>
            </a:r>
            <a:endParaRPr lang="en-US" sz="1300" dirty="0"/>
          </a:p>
        </p:txBody>
      </p:sp>
      <p:pic>
        <p:nvPicPr>
          <p:cNvPr id="4" name="Image 0" descr="UNAI_Flow_logistics_transportatio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11155680" cy="4718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08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DFB"/>
                </a:solidFill>
              </a:rPr>
              <a:t>5 specialist agents → 1 UNAI</a:t>
            </a:r>
            <a:r>
              <a:rPr lang="en-US" sz="1500" b="1" dirty="0">
                <a:solidFill>
                  <a:srgbClr val="22D3AA"/>
                </a:solidFill>
              </a:rPr>
              <a:t>      −74% tokens (modeled)</a:t>
            </a:r>
            <a:r>
              <a:rPr lang="en-US" sz="1500" dirty="0">
                <a:solidFill>
                  <a:srgbClr val="8A97B8"/>
                </a:solidFill>
              </a:rPr>
              <a:t>      one read · one plan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B8"/>
                </a:solidFill>
              </a:rPr>
              <a:t>Bristlecone · UNAI Cognitive Runtime · modeled figures — not for external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D3AA"/>
                </a:solidFill>
              </a:rPr>
              <a:t>Production / Manufacturing Planning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B8"/>
                </a:solidFill>
              </a:rPr>
              <a:t>reads once · reasons once · 5 thin executors reuse the shared cognition</a:t>
            </a:r>
            <a:endParaRPr lang="en-US" sz="1300" dirty="0"/>
          </a:p>
        </p:txBody>
      </p:sp>
      <p:pic>
        <p:nvPicPr>
          <p:cNvPr id="4" name="Image 0" descr="UNAI_Flow_production_planning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11155680" cy="4718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08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DFB"/>
                </a:solidFill>
              </a:rPr>
              <a:t>5 specialist agents → 1 UNAI</a:t>
            </a:r>
            <a:r>
              <a:rPr lang="en-US" sz="1500" b="1" dirty="0">
                <a:solidFill>
                  <a:srgbClr val="22D3AA"/>
                </a:solidFill>
              </a:rPr>
              <a:t>      −70% tokens (modeled)</a:t>
            </a:r>
            <a:r>
              <a:rPr lang="en-US" sz="1500" dirty="0">
                <a:solidFill>
                  <a:srgbClr val="8A97B8"/>
                </a:solidFill>
              </a:rPr>
              <a:t>      one read · one plan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B8"/>
                </a:solidFill>
              </a:rPr>
              <a:t>Bristlecone · UNAI Cognitive Runtime · modeled figures — not for external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D3AA"/>
                </a:solidFill>
              </a:rPr>
              <a:t>Spares Planning Process (IBP)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B8"/>
                </a:solidFill>
              </a:rPr>
              <a:t>reads once · reasons once · 12 thin executors reuse the shared cognition</a:t>
            </a:r>
            <a:endParaRPr lang="en-US" sz="1300" dirty="0"/>
          </a:p>
        </p:txBody>
      </p:sp>
      <p:pic>
        <p:nvPicPr>
          <p:cNvPr id="4" name="Image 0" descr="UNAI_Flow_spares_planning_ib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11155680" cy="4718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08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DFB"/>
                </a:solidFill>
              </a:rPr>
              <a:t>12 specialist agents → 1 UNAI</a:t>
            </a:r>
            <a:r>
              <a:rPr lang="en-US" sz="1500" b="1" dirty="0">
                <a:solidFill>
                  <a:srgbClr val="22D3AA"/>
                </a:solidFill>
              </a:rPr>
              <a:t>      −76% tokens (modeled)</a:t>
            </a:r>
            <a:r>
              <a:rPr lang="en-US" sz="1500" dirty="0">
                <a:solidFill>
                  <a:srgbClr val="8A97B8"/>
                </a:solidFill>
              </a:rPr>
              <a:t>      one read · one plan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B8"/>
                </a:solidFill>
              </a:rPr>
              <a:t>Bristlecone · UNAI Cognitive Runtime · modeled figures — not for external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D3AA"/>
                </a:solidFill>
              </a:rPr>
              <a:t>RMA Execution Process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B8"/>
                </a:solidFill>
              </a:rPr>
              <a:t>reads once · reasons once · 14 thin executors reuse the shared cognition</a:t>
            </a:r>
            <a:endParaRPr lang="en-US" sz="1300" dirty="0"/>
          </a:p>
        </p:txBody>
      </p:sp>
      <p:pic>
        <p:nvPicPr>
          <p:cNvPr id="4" name="Image 0" descr="UNAI_Flow_rma_executio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11155680" cy="4718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08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DFB"/>
                </a:solidFill>
              </a:rPr>
              <a:t>15 specialist agents → 1 UNAI</a:t>
            </a:r>
            <a:r>
              <a:rPr lang="en-US" sz="1500" b="1" dirty="0">
                <a:solidFill>
                  <a:srgbClr val="22D3AA"/>
                </a:solidFill>
              </a:rPr>
              <a:t>      −82% tokens (modeled)</a:t>
            </a:r>
            <a:r>
              <a:rPr lang="en-US" sz="1500" dirty="0">
                <a:solidFill>
                  <a:srgbClr val="8A97B8"/>
                </a:solidFill>
              </a:rPr>
              <a:t>      one read · one plan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B8"/>
                </a:solidFill>
              </a:rPr>
              <a:t>Bristlecone · UNAI Cognitive Runtime · modeled figures — not for external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D3AA"/>
                </a:solidFill>
              </a:rPr>
              <a:t>Statistical Forecasting (Monster x AI)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B8"/>
                </a:solidFill>
              </a:rPr>
              <a:t>reads once · reasons once · 5 thin executors reuse the shared cognition</a:t>
            </a:r>
            <a:endParaRPr lang="en-US" sz="1300" dirty="0"/>
          </a:p>
        </p:txBody>
      </p:sp>
      <p:pic>
        <p:nvPicPr>
          <p:cNvPr id="4" name="Image 0" descr="UNAI_Flow_monster_statistical_forecas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11155680" cy="4718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08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DFB"/>
                </a:solidFill>
              </a:rPr>
              <a:t>5 specialist agents → 1 UNAI</a:t>
            </a:r>
            <a:r>
              <a:rPr lang="en-US" sz="1500" b="1" dirty="0">
                <a:solidFill>
                  <a:srgbClr val="22D3AA"/>
                </a:solidFill>
              </a:rPr>
              <a:t>      −74% tokens (modeled)</a:t>
            </a:r>
            <a:r>
              <a:rPr lang="en-US" sz="1500" dirty="0">
                <a:solidFill>
                  <a:srgbClr val="8A97B8"/>
                </a:solidFill>
              </a:rPr>
              <a:t>      one read · one plan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B8"/>
                </a:solidFill>
              </a:rPr>
              <a:t>Bristlecone · UNAI Cognitive Runtime · modeled figures — not for external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D3AA"/>
                </a:solidFill>
              </a:rPr>
              <a:t>Forecast Cannibalization (Monster x AI)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B8"/>
                </a:solidFill>
              </a:rPr>
              <a:t>reads once · reasons once · 5 thin executors reuse the shared cognition</a:t>
            </a:r>
            <a:endParaRPr lang="en-US" sz="1300" dirty="0"/>
          </a:p>
        </p:txBody>
      </p:sp>
      <p:pic>
        <p:nvPicPr>
          <p:cNvPr id="4" name="Image 0" descr="UNAI_Flow_monster_cannibalizatio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11155680" cy="4718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08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DFB"/>
                </a:solidFill>
              </a:rPr>
              <a:t>5 specialist agents → 1 UNAI</a:t>
            </a:r>
            <a:r>
              <a:rPr lang="en-US" sz="1500" b="1" dirty="0">
                <a:solidFill>
                  <a:srgbClr val="22D3AA"/>
                </a:solidFill>
              </a:rPr>
              <a:t>      −74% tokens (modeled)</a:t>
            </a:r>
            <a:r>
              <a:rPr lang="en-US" sz="1500" dirty="0">
                <a:solidFill>
                  <a:srgbClr val="8A97B8"/>
                </a:solidFill>
              </a:rPr>
              <a:t>      one read · one plan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B8"/>
                </a:solidFill>
              </a:rPr>
              <a:t>Bristlecone · UNAI Cognitive Runtime · modeled figures — not for external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D3AA"/>
                </a:solidFill>
              </a:rPr>
              <a:t>One shared brain, every use case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E8EDFB"/>
                </a:solidFill>
              </a:rPr>
              <a:t>Consolidation, not orchestration. </a:t>
            </a:r>
            <a:endParaRPr lang="en-US" sz="17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8A97B8"/>
                </a:solidFill>
              </a:rPr>
              <a:t>Every use case reads its data once and reasons once; capabilities are thin tool packs that reuse that shared cognition. Adding a capability is +1 pack, not +1 seven-layer agent. Warehouse- and model-neutral, SAP-compliant, and it now also does progressive disclosure, tier-based model routing and prompt caching — so it runs on any platform and compounds with Databricks' own cost levers.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B8"/>
                </a:solidFill>
              </a:rPr>
              <a:t>Bristlecone · UNAI Cognitive Runtime · modeled figures — not for external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748272"/>
            <a:ext cx="18288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" b="0">
                <a:solidFill>
                  <a:srgbClr val="0B0E14"/>
                </a:solidFill>
                <a:latin typeface="Calibri"/>
              </a:rPr>
              <a:t>UNAI-ARCH-ANALOGY-V1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57" y="274320"/>
            <a:ext cx="114238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Architecture Analogy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57" y="786384"/>
            <a:ext cx="114238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97B8"/>
                </a:solidFill>
                <a:latin typeface="Calibri"/>
              </a:rPr>
              <a:t>12 agents (each rebuilds every cognitive task) vs 1 UNAI runtime (built once, 12 capability packs)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57" y="1298448"/>
            <a:ext cx="5574782" cy="4261104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587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25" y="1444751"/>
            <a:ext cx="51724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🚚  </a:t>
            </a:r>
            <a:r>
              <a:rPr sz="1500" b="1">
                <a:solidFill>
                  <a:srgbClr val="FFFFFF"/>
                </a:solidFill>
                <a:latin typeface="Calibri"/>
              </a:rPr>
              <a:t>Traditional: 12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25" y="1773936"/>
            <a:ext cx="51724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Each agent independently sources, preps, seasons, and tastes — full cognitive overhead, every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25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25" y="2267712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🌮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Taco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03483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3483" y="2267712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🍔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Burger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1740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1740" y="2267712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🍕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Pizza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9998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9998" y="2267712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🍣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Sushi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25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25" y="3252216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BBQ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03483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03483" y="3252216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🥞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Crepe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21740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21740" y="3252216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🧇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Waffle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9998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9998" y="3252216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🍜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Noodle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25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25" y="4236720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🥪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Sandwich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03483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03483" y="4236720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🥟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Dumpling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21740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21740" y="4236720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Salad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39998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9998" y="4236720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🥤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Smoothie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25" y="5175504"/>
            <a:ext cx="51724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48 tasks</a:t>
            </a:r>
            <a:r>
              <a:rPr sz="1150" b="0">
                <a:solidFill>
                  <a:srgbClr val="8A97B8"/>
                </a:solidFill>
                <a:latin typeface="Calibri"/>
              </a:rPr>
              <a:t>  = 12 agents × 4 cognitive tasks each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160" y="1298448"/>
            <a:ext cx="5574782" cy="4261104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587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4328" y="1444751"/>
            <a:ext cx="51724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D3AA"/>
                </a:solidFill>
                <a:latin typeface="Calibri"/>
              </a:rPr>
              <a:t>🍽️  </a:t>
            </a:r>
            <a:r>
              <a:rPr sz="1500" b="1">
                <a:solidFill>
                  <a:srgbClr val="FFFFFF"/>
                </a:solidFill>
                <a:latin typeface="Calibri"/>
              </a:rPr>
              <a:t>UNAI: 1 Shared Runtime + 12 Packs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4328" y="1773936"/>
            <a:ext cx="51724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Runtime runs all cognitive tasks ONCE, then sends ready results to 12 capability packs.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31831" y="21945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A202C"/>
          </a:solidFill>
          <a:ln w="12700">
            <a:solidFill>
              <a:srgbClr val="22D3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31831" y="219456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AA"/>
                </a:solidFill>
                <a:latin typeface="Calibri"/>
              </a:rPr>
              <a:t>🔍  UNAI · shared runtime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34328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4328" y="2651760"/>
            <a:ext cx="10873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🛒 Source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96019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96019" y="2651760"/>
            <a:ext cx="10873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🔪 Prep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57711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7711" y="2651760"/>
            <a:ext cx="10873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🧂 Season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19402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9402" y="2651760"/>
            <a:ext cx="10873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👅 Taste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34328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34328" y="3182112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🌮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Taco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52585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52585" y="3182112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🍔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Burger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70843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70843" y="3182112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🍕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Pizza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89100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89100" y="3182112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🍣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Sushi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34328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34328" y="3861816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BBQ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52585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52585" y="3861816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🥞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Crepe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70843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70843" y="3861816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🧇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Waffle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389100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89100" y="3861816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🍜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Noodle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34328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34328" y="4541520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🥪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Sandwich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52585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52585" y="4541520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🥟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Dumpling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70843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70843" y="4541520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Salad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389100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389100" y="4541520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🥤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Smoothie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34328" y="5175504"/>
            <a:ext cx="51724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D3AA"/>
                </a:solidFill>
                <a:latin typeface="Calibri"/>
              </a:rPr>
              <a:t>16 tasks</a:t>
            </a:r>
            <a:r>
              <a:rPr sz="1150" b="0">
                <a:solidFill>
                  <a:srgbClr val="8A97B8"/>
                </a:solidFill>
                <a:latin typeface="Calibri"/>
              </a:rPr>
              <a:t>  = 4 shared tasks + 12 pack calls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84057" y="5742432"/>
            <a:ext cx="3625081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1801" y="5742432"/>
            <a:ext cx="3149593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🚚  TRADITIONAL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FF6B6B"/>
                </a:solidFill>
                <a:latin typeface="Calibri"/>
              </a:rPr>
              <a:t>48 tasks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12 agents × 4 cognitive tasks each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283459" y="5742432"/>
            <a:ext cx="3625081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21203" y="5742432"/>
            <a:ext cx="3149593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2D3AA"/>
                </a:solidFill>
                <a:latin typeface="Calibri"/>
              </a:rPr>
              <a:t>🍽️  UNAI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22D3AA"/>
                </a:solidFill>
                <a:latin typeface="Calibri"/>
              </a:rPr>
              <a:t>16 tasks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4 shared tasks + 12 pack calls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82860" y="5742432"/>
            <a:ext cx="3625081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1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20604" y="5742432"/>
            <a:ext cx="3149593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5C4E8"/>
                </a:solidFill>
                <a:latin typeface="Calibri"/>
              </a:rPr>
              <a:t>📉  REDUCTION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5C4E8"/>
                </a:solidFill>
                <a:latin typeface="Calibri"/>
              </a:rPr>
              <a:t>66.7%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Fewer cognitive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801</Words>
  <Application>Microsoft Macintosh PowerPoint</Application>
  <PresentationFormat>Widescreen</PresentationFormat>
  <Paragraphs>73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Ravin Angara</cp:lastModifiedBy>
  <cp:revision>1</cp:revision>
  <dcterms:created xsi:type="dcterms:W3CDTF">2026-07-28T01:41:52Z</dcterms:created>
  <dcterms:modified xsi:type="dcterms:W3CDTF">2026-07-28T05:29:53Z</dcterms:modified>
</cp:coreProperties>
</file>